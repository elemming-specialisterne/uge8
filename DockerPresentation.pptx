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7B2CBF-33E5-45EC-B356-54097E200CAC}" type="doc">
      <dgm:prSet loTypeId="urn:microsoft.com/office/officeart/2005/8/layout/vProcess5" loCatId="process" qsTypeId="urn:microsoft.com/office/officeart/2005/8/quickstyle/3d5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84AA6F-36ED-42E9-95F0-3F3A5E085FA7}">
      <dgm:prSet/>
      <dgm:spPr/>
      <dgm:t>
        <a:bodyPr/>
        <a:lstStyle/>
        <a:p>
          <a:r>
            <a:rPr lang="en-GB"/>
            <a:t>Docker</a:t>
          </a:r>
          <a:endParaRPr lang="en-US"/>
        </a:p>
      </dgm:t>
    </dgm:pt>
    <dgm:pt modelId="{2D9153E6-8C9A-48BD-A280-E9F0C640C286}" type="parTrans" cxnId="{044203CA-EB50-487B-BE85-7060AE4C61A0}">
      <dgm:prSet/>
      <dgm:spPr/>
      <dgm:t>
        <a:bodyPr/>
        <a:lstStyle/>
        <a:p>
          <a:endParaRPr lang="en-US"/>
        </a:p>
      </dgm:t>
    </dgm:pt>
    <dgm:pt modelId="{2725C18F-D967-45EE-B325-BD6C387F6182}" type="sibTrans" cxnId="{044203CA-EB50-487B-BE85-7060AE4C61A0}">
      <dgm:prSet/>
      <dgm:spPr/>
      <dgm:t>
        <a:bodyPr/>
        <a:lstStyle/>
        <a:p>
          <a:endParaRPr lang="en-US"/>
        </a:p>
      </dgm:t>
    </dgm:pt>
    <dgm:pt modelId="{4ACE8FB7-6AD2-49D3-849C-3E04DADFEACE}">
      <dgm:prSet/>
      <dgm:spPr/>
      <dgm:t>
        <a:bodyPr/>
        <a:lstStyle/>
        <a:p>
          <a:r>
            <a:rPr lang="en-GB"/>
            <a:t>DockerFile</a:t>
          </a:r>
          <a:endParaRPr lang="en-US"/>
        </a:p>
      </dgm:t>
    </dgm:pt>
    <dgm:pt modelId="{7B6F43C8-0BEA-4EA8-BDA0-2EC50CF3C2C0}" type="parTrans" cxnId="{FC68AB79-D627-474D-9F83-E65FF821608F}">
      <dgm:prSet/>
      <dgm:spPr/>
      <dgm:t>
        <a:bodyPr/>
        <a:lstStyle/>
        <a:p>
          <a:endParaRPr lang="en-US"/>
        </a:p>
      </dgm:t>
    </dgm:pt>
    <dgm:pt modelId="{2C5C35F5-3E8D-465B-9777-30F213D253EA}" type="sibTrans" cxnId="{FC68AB79-D627-474D-9F83-E65FF821608F}">
      <dgm:prSet/>
      <dgm:spPr/>
      <dgm:t>
        <a:bodyPr/>
        <a:lstStyle/>
        <a:p>
          <a:endParaRPr lang="en-US"/>
        </a:p>
      </dgm:t>
    </dgm:pt>
    <dgm:pt modelId="{6D7193EE-0918-4DA1-9E60-A1BF6936E7E6}">
      <dgm:prSet/>
      <dgm:spPr/>
      <dgm:t>
        <a:bodyPr/>
        <a:lstStyle/>
        <a:p>
          <a:r>
            <a:rPr lang="en-GB"/>
            <a:t>Compose</a:t>
          </a:r>
          <a:endParaRPr lang="en-US"/>
        </a:p>
      </dgm:t>
    </dgm:pt>
    <dgm:pt modelId="{4EFBDD0A-5785-4771-BEE5-DB8B54588CFC}" type="parTrans" cxnId="{20BDB1B9-5017-4020-9BEB-C1E2374B58DA}">
      <dgm:prSet/>
      <dgm:spPr/>
      <dgm:t>
        <a:bodyPr/>
        <a:lstStyle/>
        <a:p>
          <a:endParaRPr lang="en-US"/>
        </a:p>
      </dgm:t>
    </dgm:pt>
    <dgm:pt modelId="{57307B13-4A26-4878-8F14-BA7361834DD9}" type="sibTrans" cxnId="{20BDB1B9-5017-4020-9BEB-C1E2374B58DA}">
      <dgm:prSet/>
      <dgm:spPr/>
      <dgm:t>
        <a:bodyPr/>
        <a:lstStyle/>
        <a:p>
          <a:endParaRPr lang="en-US"/>
        </a:p>
      </dgm:t>
    </dgm:pt>
    <dgm:pt modelId="{D79AC6F4-5DA8-4C3B-89D5-0646E5B307E8}">
      <dgm:prSet/>
      <dgm:spPr/>
      <dgm:t>
        <a:bodyPr/>
        <a:lstStyle/>
        <a:p>
          <a:r>
            <a:rPr lang="en-GB"/>
            <a:t>Multi – compose</a:t>
          </a:r>
          <a:endParaRPr lang="en-US"/>
        </a:p>
      </dgm:t>
    </dgm:pt>
    <dgm:pt modelId="{04300D53-EA74-4E44-AAC9-CB28A2E279C6}" type="parTrans" cxnId="{A45AD5E8-C22A-4BE3-BAC2-402D022F18F9}">
      <dgm:prSet/>
      <dgm:spPr/>
      <dgm:t>
        <a:bodyPr/>
        <a:lstStyle/>
        <a:p>
          <a:endParaRPr lang="en-US"/>
        </a:p>
      </dgm:t>
    </dgm:pt>
    <dgm:pt modelId="{A6BE3D8E-E0BA-49D9-84A8-C1BA640FB23A}" type="sibTrans" cxnId="{A45AD5E8-C22A-4BE3-BAC2-402D022F18F9}">
      <dgm:prSet/>
      <dgm:spPr/>
      <dgm:t>
        <a:bodyPr/>
        <a:lstStyle/>
        <a:p>
          <a:endParaRPr lang="en-US"/>
        </a:p>
      </dgm:t>
    </dgm:pt>
    <dgm:pt modelId="{3F3A098F-34D4-4932-9B27-199EBCA67110}">
      <dgm:prSet/>
      <dgm:spPr/>
      <dgm:t>
        <a:bodyPr/>
        <a:lstStyle/>
        <a:p>
          <a:r>
            <a:rPr lang="en-GB"/>
            <a:t>Github actions -&gt; tests</a:t>
          </a:r>
          <a:endParaRPr lang="en-US"/>
        </a:p>
      </dgm:t>
    </dgm:pt>
    <dgm:pt modelId="{6338E32C-E6E7-40D8-A629-CC9DF09A465A}" type="parTrans" cxnId="{3691A13E-5ED7-4469-80CE-C7D8AF880F4C}">
      <dgm:prSet/>
      <dgm:spPr/>
      <dgm:t>
        <a:bodyPr/>
        <a:lstStyle/>
        <a:p>
          <a:endParaRPr lang="en-US"/>
        </a:p>
      </dgm:t>
    </dgm:pt>
    <dgm:pt modelId="{6435D6E8-F526-40C8-8077-76F3AA70A82B}" type="sibTrans" cxnId="{3691A13E-5ED7-4469-80CE-C7D8AF880F4C}">
      <dgm:prSet/>
      <dgm:spPr/>
      <dgm:t>
        <a:bodyPr/>
        <a:lstStyle/>
        <a:p>
          <a:endParaRPr lang="en-US"/>
        </a:p>
      </dgm:t>
    </dgm:pt>
    <dgm:pt modelId="{1A854C81-E70A-4D60-968E-9462DBB77FE9}" type="pres">
      <dgm:prSet presAssocID="{EA7B2CBF-33E5-45EC-B356-54097E200CAC}" presName="outerComposite" presStyleCnt="0">
        <dgm:presLayoutVars>
          <dgm:chMax val="5"/>
          <dgm:dir/>
          <dgm:resizeHandles val="exact"/>
        </dgm:presLayoutVars>
      </dgm:prSet>
      <dgm:spPr/>
    </dgm:pt>
    <dgm:pt modelId="{5872A7B9-A143-4E0A-BF9F-9FCA5274A055}" type="pres">
      <dgm:prSet presAssocID="{EA7B2CBF-33E5-45EC-B356-54097E200CAC}" presName="dummyMaxCanvas" presStyleCnt="0">
        <dgm:presLayoutVars/>
      </dgm:prSet>
      <dgm:spPr/>
    </dgm:pt>
    <dgm:pt modelId="{1C12CA7A-DE2D-47C9-BF07-A01021BD5BE0}" type="pres">
      <dgm:prSet presAssocID="{EA7B2CBF-33E5-45EC-B356-54097E200CAC}" presName="FiveNodes_1" presStyleLbl="node1" presStyleIdx="0" presStyleCnt="5">
        <dgm:presLayoutVars>
          <dgm:bulletEnabled val="1"/>
        </dgm:presLayoutVars>
      </dgm:prSet>
      <dgm:spPr/>
    </dgm:pt>
    <dgm:pt modelId="{12A3FC1F-F3E7-4993-B2EE-E8D9A787B836}" type="pres">
      <dgm:prSet presAssocID="{EA7B2CBF-33E5-45EC-B356-54097E200CAC}" presName="FiveNodes_2" presStyleLbl="node1" presStyleIdx="1" presStyleCnt="5">
        <dgm:presLayoutVars>
          <dgm:bulletEnabled val="1"/>
        </dgm:presLayoutVars>
      </dgm:prSet>
      <dgm:spPr/>
    </dgm:pt>
    <dgm:pt modelId="{22487F05-57FC-47DD-BE99-208A8D54EB8B}" type="pres">
      <dgm:prSet presAssocID="{EA7B2CBF-33E5-45EC-B356-54097E200CAC}" presName="FiveNodes_3" presStyleLbl="node1" presStyleIdx="2" presStyleCnt="5">
        <dgm:presLayoutVars>
          <dgm:bulletEnabled val="1"/>
        </dgm:presLayoutVars>
      </dgm:prSet>
      <dgm:spPr/>
    </dgm:pt>
    <dgm:pt modelId="{D894CC78-21F6-41EF-8837-BAE5B920658D}" type="pres">
      <dgm:prSet presAssocID="{EA7B2CBF-33E5-45EC-B356-54097E200CAC}" presName="FiveNodes_4" presStyleLbl="node1" presStyleIdx="3" presStyleCnt="5">
        <dgm:presLayoutVars>
          <dgm:bulletEnabled val="1"/>
        </dgm:presLayoutVars>
      </dgm:prSet>
      <dgm:spPr/>
    </dgm:pt>
    <dgm:pt modelId="{C502F5B4-982B-46E9-AAF2-B2B4B8C270C4}" type="pres">
      <dgm:prSet presAssocID="{EA7B2CBF-33E5-45EC-B356-54097E200CAC}" presName="FiveNodes_5" presStyleLbl="node1" presStyleIdx="4" presStyleCnt="5">
        <dgm:presLayoutVars>
          <dgm:bulletEnabled val="1"/>
        </dgm:presLayoutVars>
      </dgm:prSet>
      <dgm:spPr/>
    </dgm:pt>
    <dgm:pt modelId="{28D0835C-DB48-48BE-A464-495BB3EE7AA4}" type="pres">
      <dgm:prSet presAssocID="{EA7B2CBF-33E5-45EC-B356-54097E200CAC}" presName="FiveConn_1-2" presStyleLbl="fgAccFollowNode1" presStyleIdx="0" presStyleCnt="4">
        <dgm:presLayoutVars>
          <dgm:bulletEnabled val="1"/>
        </dgm:presLayoutVars>
      </dgm:prSet>
      <dgm:spPr/>
    </dgm:pt>
    <dgm:pt modelId="{EBD4F70C-82D7-4502-9F6E-20CAF204D5C6}" type="pres">
      <dgm:prSet presAssocID="{EA7B2CBF-33E5-45EC-B356-54097E200CAC}" presName="FiveConn_2-3" presStyleLbl="fgAccFollowNode1" presStyleIdx="1" presStyleCnt="4">
        <dgm:presLayoutVars>
          <dgm:bulletEnabled val="1"/>
        </dgm:presLayoutVars>
      </dgm:prSet>
      <dgm:spPr/>
    </dgm:pt>
    <dgm:pt modelId="{19BF90B2-0327-489A-A66B-8D29A53B29C5}" type="pres">
      <dgm:prSet presAssocID="{EA7B2CBF-33E5-45EC-B356-54097E200CAC}" presName="FiveConn_3-4" presStyleLbl="fgAccFollowNode1" presStyleIdx="2" presStyleCnt="4">
        <dgm:presLayoutVars>
          <dgm:bulletEnabled val="1"/>
        </dgm:presLayoutVars>
      </dgm:prSet>
      <dgm:spPr/>
    </dgm:pt>
    <dgm:pt modelId="{98FC6B20-74B7-48E9-A9E4-80F375E9186E}" type="pres">
      <dgm:prSet presAssocID="{EA7B2CBF-33E5-45EC-B356-54097E200CAC}" presName="FiveConn_4-5" presStyleLbl="fgAccFollowNode1" presStyleIdx="3" presStyleCnt="4">
        <dgm:presLayoutVars>
          <dgm:bulletEnabled val="1"/>
        </dgm:presLayoutVars>
      </dgm:prSet>
      <dgm:spPr/>
    </dgm:pt>
    <dgm:pt modelId="{D62CAF75-D9DA-4C2B-ACC6-095FF417C3B4}" type="pres">
      <dgm:prSet presAssocID="{EA7B2CBF-33E5-45EC-B356-54097E200CAC}" presName="FiveNodes_1_text" presStyleLbl="node1" presStyleIdx="4" presStyleCnt="5">
        <dgm:presLayoutVars>
          <dgm:bulletEnabled val="1"/>
        </dgm:presLayoutVars>
      </dgm:prSet>
      <dgm:spPr/>
    </dgm:pt>
    <dgm:pt modelId="{D3FAD6DC-FAA7-4A47-B3E2-CA2B5D629355}" type="pres">
      <dgm:prSet presAssocID="{EA7B2CBF-33E5-45EC-B356-54097E200CAC}" presName="FiveNodes_2_text" presStyleLbl="node1" presStyleIdx="4" presStyleCnt="5">
        <dgm:presLayoutVars>
          <dgm:bulletEnabled val="1"/>
        </dgm:presLayoutVars>
      </dgm:prSet>
      <dgm:spPr/>
    </dgm:pt>
    <dgm:pt modelId="{84E36807-3A12-4B63-8F41-3E249820D4FF}" type="pres">
      <dgm:prSet presAssocID="{EA7B2CBF-33E5-45EC-B356-54097E200CAC}" presName="FiveNodes_3_text" presStyleLbl="node1" presStyleIdx="4" presStyleCnt="5">
        <dgm:presLayoutVars>
          <dgm:bulletEnabled val="1"/>
        </dgm:presLayoutVars>
      </dgm:prSet>
      <dgm:spPr/>
    </dgm:pt>
    <dgm:pt modelId="{9DF2E21D-F2B3-40BF-ACDA-1B56DB63B3C8}" type="pres">
      <dgm:prSet presAssocID="{EA7B2CBF-33E5-45EC-B356-54097E200CAC}" presName="FiveNodes_4_text" presStyleLbl="node1" presStyleIdx="4" presStyleCnt="5">
        <dgm:presLayoutVars>
          <dgm:bulletEnabled val="1"/>
        </dgm:presLayoutVars>
      </dgm:prSet>
      <dgm:spPr/>
    </dgm:pt>
    <dgm:pt modelId="{7A10442D-3182-4395-A9EA-E0687FADBB19}" type="pres">
      <dgm:prSet presAssocID="{EA7B2CBF-33E5-45EC-B356-54097E200CA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4EB6F01-BD42-467D-A5A6-2F31FE2A03BC}" type="presOf" srcId="{6D7193EE-0918-4DA1-9E60-A1BF6936E7E6}" destId="{22487F05-57FC-47DD-BE99-208A8D54EB8B}" srcOrd="0" destOrd="0" presId="urn:microsoft.com/office/officeart/2005/8/layout/vProcess5"/>
    <dgm:cxn modelId="{37490B0D-CDF1-45C5-B89C-432ACB97EBA6}" type="presOf" srcId="{E484AA6F-36ED-42E9-95F0-3F3A5E085FA7}" destId="{D62CAF75-D9DA-4C2B-ACC6-095FF417C3B4}" srcOrd="1" destOrd="0" presId="urn:microsoft.com/office/officeart/2005/8/layout/vProcess5"/>
    <dgm:cxn modelId="{4B21D21D-4E09-41F3-AC13-11D93FEBDBFC}" type="presOf" srcId="{E484AA6F-36ED-42E9-95F0-3F3A5E085FA7}" destId="{1C12CA7A-DE2D-47C9-BF07-A01021BD5BE0}" srcOrd="0" destOrd="0" presId="urn:microsoft.com/office/officeart/2005/8/layout/vProcess5"/>
    <dgm:cxn modelId="{C3583626-9F97-4D31-AEB2-144E07EB9AC6}" type="presOf" srcId="{2C5C35F5-3E8D-465B-9777-30F213D253EA}" destId="{EBD4F70C-82D7-4502-9F6E-20CAF204D5C6}" srcOrd="0" destOrd="0" presId="urn:microsoft.com/office/officeart/2005/8/layout/vProcess5"/>
    <dgm:cxn modelId="{D3118926-D9F0-4401-96CC-E1E2F90E6831}" type="presOf" srcId="{2725C18F-D967-45EE-B325-BD6C387F6182}" destId="{28D0835C-DB48-48BE-A464-495BB3EE7AA4}" srcOrd="0" destOrd="0" presId="urn:microsoft.com/office/officeart/2005/8/layout/vProcess5"/>
    <dgm:cxn modelId="{0C201634-EA2E-4940-B21A-889C405287DA}" type="presOf" srcId="{D79AC6F4-5DA8-4C3B-89D5-0646E5B307E8}" destId="{9DF2E21D-F2B3-40BF-ACDA-1B56DB63B3C8}" srcOrd="1" destOrd="0" presId="urn:microsoft.com/office/officeart/2005/8/layout/vProcess5"/>
    <dgm:cxn modelId="{3691A13E-5ED7-4469-80CE-C7D8AF880F4C}" srcId="{EA7B2CBF-33E5-45EC-B356-54097E200CAC}" destId="{3F3A098F-34D4-4932-9B27-199EBCA67110}" srcOrd="4" destOrd="0" parTransId="{6338E32C-E6E7-40D8-A629-CC9DF09A465A}" sibTransId="{6435D6E8-F526-40C8-8077-76F3AA70A82B}"/>
    <dgm:cxn modelId="{22DF7646-C80D-4092-8341-743E239D6E08}" type="presOf" srcId="{4ACE8FB7-6AD2-49D3-849C-3E04DADFEACE}" destId="{D3FAD6DC-FAA7-4A47-B3E2-CA2B5D629355}" srcOrd="1" destOrd="0" presId="urn:microsoft.com/office/officeart/2005/8/layout/vProcess5"/>
    <dgm:cxn modelId="{E443EA47-603F-4BC8-A01A-1BFA89ACD03A}" type="presOf" srcId="{A6BE3D8E-E0BA-49D9-84A8-C1BA640FB23A}" destId="{98FC6B20-74B7-48E9-A9E4-80F375E9186E}" srcOrd="0" destOrd="0" presId="urn:microsoft.com/office/officeart/2005/8/layout/vProcess5"/>
    <dgm:cxn modelId="{F39AC96A-65B0-4CC2-B0F4-C3D096E6F0F4}" type="presOf" srcId="{EA7B2CBF-33E5-45EC-B356-54097E200CAC}" destId="{1A854C81-E70A-4D60-968E-9462DBB77FE9}" srcOrd="0" destOrd="0" presId="urn:microsoft.com/office/officeart/2005/8/layout/vProcess5"/>
    <dgm:cxn modelId="{3FE35D4E-D84F-4553-A084-5BC7FF455BC8}" type="presOf" srcId="{3F3A098F-34D4-4932-9B27-199EBCA67110}" destId="{7A10442D-3182-4395-A9EA-E0687FADBB19}" srcOrd="1" destOrd="0" presId="urn:microsoft.com/office/officeart/2005/8/layout/vProcess5"/>
    <dgm:cxn modelId="{7AB97658-9688-48AA-B7A2-BE57B53C5B0D}" type="presOf" srcId="{4ACE8FB7-6AD2-49D3-849C-3E04DADFEACE}" destId="{12A3FC1F-F3E7-4993-B2EE-E8D9A787B836}" srcOrd="0" destOrd="0" presId="urn:microsoft.com/office/officeart/2005/8/layout/vProcess5"/>
    <dgm:cxn modelId="{FC68AB79-D627-474D-9F83-E65FF821608F}" srcId="{EA7B2CBF-33E5-45EC-B356-54097E200CAC}" destId="{4ACE8FB7-6AD2-49D3-849C-3E04DADFEACE}" srcOrd="1" destOrd="0" parTransId="{7B6F43C8-0BEA-4EA8-BDA0-2EC50CF3C2C0}" sibTransId="{2C5C35F5-3E8D-465B-9777-30F213D253EA}"/>
    <dgm:cxn modelId="{20BDB1B9-5017-4020-9BEB-C1E2374B58DA}" srcId="{EA7B2CBF-33E5-45EC-B356-54097E200CAC}" destId="{6D7193EE-0918-4DA1-9E60-A1BF6936E7E6}" srcOrd="2" destOrd="0" parTransId="{4EFBDD0A-5785-4771-BEE5-DB8B54588CFC}" sibTransId="{57307B13-4A26-4878-8F14-BA7361834DD9}"/>
    <dgm:cxn modelId="{044203CA-EB50-487B-BE85-7060AE4C61A0}" srcId="{EA7B2CBF-33E5-45EC-B356-54097E200CAC}" destId="{E484AA6F-36ED-42E9-95F0-3F3A5E085FA7}" srcOrd="0" destOrd="0" parTransId="{2D9153E6-8C9A-48BD-A280-E9F0C640C286}" sibTransId="{2725C18F-D967-45EE-B325-BD6C387F6182}"/>
    <dgm:cxn modelId="{BE6167DE-449F-4552-AC07-90EC47AB340E}" type="presOf" srcId="{D79AC6F4-5DA8-4C3B-89D5-0646E5B307E8}" destId="{D894CC78-21F6-41EF-8837-BAE5B920658D}" srcOrd="0" destOrd="0" presId="urn:microsoft.com/office/officeart/2005/8/layout/vProcess5"/>
    <dgm:cxn modelId="{A45AD5E8-C22A-4BE3-BAC2-402D022F18F9}" srcId="{EA7B2CBF-33E5-45EC-B356-54097E200CAC}" destId="{D79AC6F4-5DA8-4C3B-89D5-0646E5B307E8}" srcOrd="3" destOrd="0" parTransId="{04300D53-EA74-4E44-AAC9-CB28A2E279C6}" sibTransId="{A6BE3D8E-E0BA-49D9-84A8-C1BA640FB23A}"/>
    <dgm:cxn modelId="{526B8DF3-E37E-4FEB-B2A1-5766154194C1}" type="presOf" srcId="{6D7193EE-0918-4DA1-9E60-A1BF6936E7E6}" destId="{84E36807-3A12-4B63-8F41-3E249820D4FF}" srcOrd="1" destOrd="0" presId="urn:microsoft.com/office/officeart/2005/8/layout/vProcess5"/>
    <dgm:cxn modelId="{FFCE1AF6-7CAD-4CBC-BE5D-A26515240D39}" type="presOf" srcId="{3F3A098F-34D4-4932-9B27-199EBCA67110}" destId="{C502F5B4-982B-46E9-AAF2-B2B4B8C270C4}" srcOrd="0" destOrd="0" presId="urn:microsoft.com/office/officeart/2005/8/layout/vProcess5"/>
    <dgm:cxn modelId="{71C9FBF7-138F-497B-954F-BC9046EF9616}" type="presOf" srcId="{57307B13-4A26-4878-8F14-BA7361834DD9}" destId="{19BF90B2-0327-489A-A66B-8D29A53B29C5}" srcOrd="0" destOrd="0" presId="urn:microsoft.com/office/officeart/2005/8/layout/vProcess5"/>
    <dgm:cxn modelId="{96C81E9B-62F7-487A-AE9B-1C0F679C7F4F}" type="presParOf" srcId="{1A854C81-E70A-4D60-968E-9462DBB77FE9}" destId="{5872A7B9-A143-4E0A-BF9F-9FCA5274A055}" srcOrd="0" destOrd="0" presId="urn:microsoft.com/office/officeart/2005/8/layout/vProcess5"/>
    <dgm:cxn modelId="{B606578F-E48B-4F0A-A323-44EF81BE3F6C}" type="presParOf" srcId="{1A854C81-E70A-4D60-968E-9462DBB77FE9}" destId="{1C12CA7A-DE2D-47C9-BF07-A01021BD5BE0}" srcOrd="1" destOrd="0" presId="urn:microsoft.com/office/officeart/2005/8/layout/vProcess5"/>
    <dgm:cxn modelId="{1B061CF2-D7EE-4FAB-AF91-30FC34978884}" type="presParOf" srcId="{1A854C81-E70A-4D60-968E-9462DBB77FE9}" destId="{12A3FC1F-F3E7-4993-B2EE-E8D9A787B836}" srcOrd="2" destOrd="0" presId="urn:microsoft.com/office/officeart/2005/8/layout/vProcess5"/>
    <dgm:cxn modelId="{B73A328F-ACC2-4827-9D80-D1C535FE1B84}" type="presParOf" srcId="{1A854C81-E70A-4D60-968E-9462DBB77FE9}" destId="{22487F05-57FC-47DD-BE99-208A8D54EB8B}" srcOrd="3" destOrd="0" presId="urn:microsoft.com/office/officeart/2005/8/layout/vProcess5"/>
    <dgm:cxn modelId="{0BD24209-8A97-4FF9-8D0D-E8AD8E3B9FFE}" type="presParOf" srcId="{1A854C81-E70A-4D60-968E-9462DBB77FE9}" destId="{D894CC78-21F6-41EF-8837-BAE5B920658D}" srcOrd="4" destOrd="0" presId="urn:microsoft.com/office/officeart/2005/8/layout/vProcess5"/>
    <dgm:cxn modelId="{CE4842AA-AD0B-4846-8A20-653AA482A5FD}" type="presParOf" srcId="{1A854C81-E70A-4D60-968E-9462DBB77FE9}" destId="{C502F5B4-982B-46E9-AAF2-B2B4B8C270C4}" srcOrd="5" destOrd="0" presId="urn:microsoft.com/office/officeart/2005/8/layout/vProcess5"/>
    <dgm:cxn modelId="{88610907-ACEC-4DB0-BD33-14F0496B2E8D}" type="presParOf" srcId="{1A854C81-E70A-4D60-968E-9462DBB77FE9}" destId="{28D0835C-DB48-48BE-A464-495BB3EE7AA4}" srcOrd="6" destOrd="0" presId="urn:microsoft.com/office/officeart/2005/8/layout/vProcess5"/>
    <dgm:cxn modelId="{FB7FA09E-7FBE-4406-BCD8-A9CEA2FE42A1}" type="presParOf" srcId="{1A854C81-E70A-4D60-968E-9462DBB77FE9}" destId="{EBD4F70C-82D7-4502-9F6E-20CAF204D5C6}" srcOrd="7" destOrd="0" presId="urn:microsoft.com/office/officeart/2005/8/layout/vProcess5"/>
    <dgm:cxn modelId="{744DCB76-7ADD-4B52-96A3-7F48A83A4C1B}" type="presParOf" srcId="{1A854C81-E70A-4D60-968E-9462DBB77FE9}" destId="{19BF90B2-0327-489A-A66B-8D29A53B29C5}" srcOrd="8" destOrd="0" presId="urn:microsoft.com/office/officeart/2005/8/layout/vProcess5"/>
    <dgm:cxn modelId="{CD01FF06-CE85-44C1-B8C6-41BE84E8A332}" type="presParOf" srcId="{1A854C81-E70A-4D60-968E-9462DBB77FE9}" destId="{98FC6B20-74B7-48E9-A9E4-80F375E9186E}" srcOrd="9" destOrd="0" presId="urn:microsoft.com/office/officeart/2005/8/layout/vProcess5"/>
    <dgm:cxn modelId="{F584516A-1FCE-404C-B6F9-C060D770BFE6}" type="presParOf" srcId="{1A854C81-E70A-4D60-968E-9462DBB77FE9}" destId="{D62CAF75-D9DA-4C2B-ACC6-095FF417C3B4}" srcOrd="10" destOrd="0" presId="urn:microsoft.com/office/officeart/2005/8/layout/vProcess5"/>
    <dgm:cxn modelId="{E615E6F3-5697-45E5-AB74-93A62BE1F6DD}" type="presParOf" srcId="{1A854C81-E70A-4D60-968E-9462DBB77FE9}" destId="{D3FAD6DC-FAA7-4A47-B3E2-CA2B5D629355}" srcOrd="11" destOrd="0" presId="urn:microsoft.com/office/officeart/2005/8/layout/vProcess5"/>
    <dgm:cxn modelId="{310B3F9F-EBCE-4EB5-8EB0-61B10C15B885}" type="presParOf" srcId="{1A854C81-E70A-4D60-968E-9462DBB77FE9}" destId="{84E36807-3A12-4B63-8F41-3E249820D4FF}" srcOrd="12" destOrd="0" presId="urn:microsoft.com/office/officeart/2005/8/layout/vProcess5"/>
    <dgm:cxn modelId="{DD2408A9-FBE8-431B-9F23-3D3DDA96D87C}" type="presParOf" srcId="{1A854C81-E70A-4D60-968E-9462DBB77FE9}" destId="{9DF2E21D-F2B3-40BF-ACDA-1B56DB63B3C8}" srcOrd="13" destOrd="0" presId="urn:microsoft.com/office/officeart/2005/8/layout/vProcess5"/>
    <dgm:cxn modelId="{92255829-7311-436B-B7E1-90DE75644111}" type="presParOf" srcId="{1A854C81-E70A-4D60-968E-9462DBB77FE9}" destId="{7A10442D-3182-4395-A9EA-E0687FADBB1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2CA7A-DE2D-47C9-BF07-A01021BD5BE0}">
      <dsp:nvSpPr>
        <dsp:cNvPr id="0" name=""/>
        <dsp:cNvSpPr/>
      </dsp:nvSpPr>
      <dsp:spPr>
        <a:xfrm>
          <a:off x="0" y="0"/>
          <a:ext cx="4969720" cy="6789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Docker</a:t>
          </a:r>
          <a:endParaRPr lang="en-US" sz="2900" kern="1200"/>
        </a:p>
      </dsp:txBody>
      <dsp:txXfrm>
        <a:off x="19886" y="19886"/>
        <a:ext cx="4157652" cy="639170"/>
      </dsp:txXfrm>
    </dsp:sp>
    <dsp:sp modelId="{12A3FC1F-F3E7-4993-B2EE-E8D9A787B836}">
      <dsp:nvSpPr>
        <dsp:cNvPr id="0" name=""/>
        <dsp:cNvSpPr/>
      </dsp:nvSpPr>
      <dsp:spPr>
        <a:xfrm>
          <a:off x="371115" y="773239"/>
          <a:ext cx="4969720" cy="678942"/>
        </a:xfrm>
        <a:prstGeom prst="roundRect">
          <a:avLst>
            <a:gd name="adj" fmla="val 10000"/>
          </a:avLst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DockerFile</a:t>
          </a:r>
          <a:endParaRPr lang="en-US" sz="2900" kern="1200"/>
        </a:p>
      </dsp:txBody>
      <dsp:txXfrm>
        <a:off x="391001" y="793125"/>
        <a:ext cx="4117521" cy="639170"/>
      </dsp:txXfrm>
    </dsp:sp>
    <dsp:sp modelId="{22487F05-57FC-47DD-BE99-208A8D54EB8B}">
      <dsp:nvSpPr>
        <dsp:cNvPr id="0" name=""/>
        <dsp:cNvSpPr/>
      </dsp:nvSpPr>
      <dsp:spPr>
        <a:xfrm>
          <a:off x="742231" y="1546479"/>
          <a:ext cx="4969720" cy="678942"/>
        </a:xfrm>
        <a:prstGeom prst="roundRect">
          <a:avLst>
            <a:gd name="adj" fmla="val 1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Compose</a:t>
          </a:r>
          <a:endParaRPr lang="en-US" sz="2900" kern="1200"/>
        </a:p>
      </dsp:txBody>
      <dsp:txXfrm>
        <a:off x="762117" y="1566365"/>
        <a:ext cx="4117521" cy="639169"/>
      </dsp:txXfrm>
    </dsp:sp>
    <dsp:sp modelId="{D894CC78-21F6-41EF-8837-BAE5B920658D}">
      <dsp:nvSpPr>
        <dsp:cNvPr id="0" name=""/>
        <dsp:cNvSpPr/>
      </dsp:nvSpPr>
      <dsp:spPr>
        <a:xfrm>
          <a:off x="1113346" y="2319718"/>
          <a:ext cx="4969720" cy="678942"/>
        </a:xfrm>
        <a:prstGeom prst="roundRect">
          <a:avLst>
            <a:gd name="adj" fmla="val 10000"/>
          </a:avLst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Multi – compose</a:t>
          </a:r>
          <a:endParaRPr lang="en-US" sz="2900" kern="1200"/>
        </a:p>
      </dsp:txBody>
      <dsp:txXfrm>
        <a:off x="1133232" y="2339604"/>
        <a:ext cx="4117521" cy="639169"/>
      </dsp:txXfrm>
    </dsp:sp>
    <dsp:sp modelId="{C502F5B4-982B-46E9-AAF2-B2B4B8C270C4}">
      <dsp:nvSpPr>
        <dsp:cNvPr id="0" name=""/>
        <dsp:cNvSpPr/>
      </dsp:nvSpPr>
      <dsp:spPr>
        <a:xfrm>
          <a:off x="1484462" y="3092958"/>
          <a:ext cx="4969720" cy="678942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Github actions -&gt; tests</a:t>
          </a:r>
          <a:endParaRPr lang="en-US" sz="2900" kern="1200"/>
        </a:p>
      </dsp:txBody>
      <dsp:txXfrm>
        <a:off x="1504348" y="3112844"/>
        <a:ext cx="4117521" cy="639169"/>
      </dsp:txXfrm>
    </dsp:sp>
    <dsp:sp modelId="{28D0835C-DB48-48BE-A464-495BB3EE7AA4}">
      <dsp:nvSpPr>
        <dsp:cNvPr id="0" name=""/>
        <dsp:cNvSpPr/>
      </dsp:nvSpPr>
      <dsp:spPr>
        <a:xfrm>
          <a:off x="4528408" y="496004"/>
          <a:ext cx="441312" cy="44131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dk1">
              <a:tint val="2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627703" y="496004"/>
        <a:ext cx="242722" cy="332087"/>
      </dsp:txXfrm>
    </dsp:sp>
    <dsp:sp modelId="{EBD4F70C-82D7-4502-9F6E-20CAF204D5C6}">
      <dsp:nvSpPr>
        <dsp:cNvPr id="0" name=""/>
        <dsp:cNvSpPr/>
      </dsp:nvSpPr>
      <dsp:spPr>
        <a:xfrm>
          <a:off x="4899524" y="1269244"/>
          <a:ext cx="441312" cy="44131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dk1">
              <a:tint val="2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998819" y="1269244"/>
        <a:ext cx="242722" cy="332087"/>
      </dsp:txXfrm>
    </dsp:sp>
    <dsp:sp modelId="{19BF90B2-0327-489A-A66B-8D29A53B29C5}">
      <dsp:nvSpPr>
        <dsp:cNvPr id="0" name=""/>
        <dsp:cNvSpPr/>
      </dsp:nvSpPr>
      <dsp:spPr>
        <a:xfrm>
          <a:off x="5270639" y="2031168"/>
          <a:ext cx="441312" cy="44131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dk1">
              <a:tint val="2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69934" y="2031168"/>
        <a:ext cx="242722" cy="332087"/>
      </dsp:txXfrm>
    </dsp:sp>
    <dsp:sp modelId="{98FC6B20-74B7-48E9-A9E4-80F375E9186E}">
      <dsp:nvSpPr>
        <dsp:cNvPr id="0" name=""/>
        <dsp:cNvSpPr/>
      </dsp:nvSpPr>
      <dsp:spPr>
        <a:xfrm>
          <a:off x="5641755" y="2811951"/>
          <a:ext cx="441312" cy="44131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dk1">
              <a:tint val="2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41050" y="2811951"/>
        <a:ext cx="242722" cy="332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3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0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6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1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06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1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3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3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79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07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65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A05C3-B2EF-C860-11EE-0CB57F4A7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da-DK" sz="6600" dirty="0"/>
              <a:t>Docker</a:t>
            </a:r>
            <a:br>
              <a:rPr lang="da-DK" sz="5800" dirty="0"/>
            </a:br>
            <a:r>
              <a:rPr lang="da-DK" sz="3600" b="0" dirty="0"/>
              <a:t>Og en smule CI/CD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108EB-EA9C-25EC-9CE0-F77F9E3F0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da-DK" dirty="0"/>
              <a:t>Emil Lemming</a:t>
            </a:r>
          </a:p>
        </p:txBody>
      </p:sp>
      <p:pic>
        <p:nvPicPr>
          <p:cNvPr id="10" name="Picture 9" descr="A blue container with a whale and a ship on it&#10;&#10;AI-generated content may be incorrect.">
            <a:extLst>
              <a:ext uri="{FF2B5EF4-FFF2-40B4-BE49-F238E27FC236}">
                <a16:creationId xmlns:a16="http://schemas.microsoft.com/office/drawing/2014/main" id="{99B69642-6BE0-F96C-5E21-1861FDDEC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8" r="7737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65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DF8A6-226E-CF9D-6A6B-D32A43B3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GB" dirty="0"/>
              <a:t>Agenda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C4A25E-A894-20E5-0730-003119C7E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360222"/>
              </p:ext>
            </p:extLst>
          </p:nvPr>
        </p:nvGraphicFramePr>
        <p:xfrm>
          <a:off x="5248275" y="1954532"/>
          <a:ext cx="6454183" cy="377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blue container with a whale and a ship on it&#10;&#10;AI-generated content may be incorrect.">
            <a:extLst>
              <a:ext uri="{FF2B5EF4-FFF2-40B4-BE49-F238E27FC236}">
                <a16:creationId xmlns:a16="http://schemas.microsoft.com/office/drawing/2014/main" id="{26F29F6F-8143-1757-B8C1-874A12BF30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265" y="1031001"/>
            <a:ext cx="79942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0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r>
              <a:rPr lang="da-DK" sz="3600"/>
              <a:t>Docker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9073" y="4895265"/>
            <a:ext cx="4810719" cy="1476541"/>
          </a:xfr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>
              <a:lnSpc>
                <a:spcPct val="110000"/>
              </a:lnSpc>
              <a:defRPr sz="1800"/>
            </a:pPr>
            <a:r>
              <a:rPr lang="da-DK" dirty="0"/>
              <a:t>Docker er en platform, der gør det muligt at pakke applikationer i containere.</a:t>
            </a:r>
          </a:p>
          <a:p>
            <a:pPr>
              <a:lnSpc>
                <a:spcPct val="110000"/>
              </a:lnSpc>
              <a:defRPr sz="1800"/>
            </a:pPr>
            <a:r>
              <a:rPr lang="da-DK" dirty="0"/>
              <a:t>Det sikrer, at applikationen kører ens</a:t>
            </a:r>
          </a:p>
        </p:txBody>
      </p:sp>
      <p:pic>
        <p:nvPicPr>
          <p:cNvPr id="6" name="Picture 5" descr="A diagram of a docker&#10;&#10;AI-generated content may be incorrect.">
            <a:extLst>
              <a:ext uri="{FF2B5EF4-FFF2-40B4-BE49-F238E27FC236}">
                <a16:creationId xmlns:a16="http://schemas.microsoft.com/office/drawing/2014/main" id="{79A8B9BF-E785-0B6C-9F64-232741963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2" y="151115"/>
            <a:ext cx="10973943" cy="4471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CD6FAB-0C38-813F-149D-F48C749EEA3E}"/>
              </a:ext>
            </a:extLst>
          </p:cNvPr>
          <p:cNvSpPr txBox="1"/>
          <p:nvPr/>
        </p:nvSpPr>
        <p:spPr>
          <a:xfrm>
            <a:off x="7690104" y="5033370"/>
            <a:ext cx="3840214" cy="120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da-DK" sz="1800" dirty="0"/>
              <a:t>Fordele:</a:t>
            </a:r>
            <a:br>
              <a:rPr lang="da-DK" sz="1800" dirty="0"/>
            </a:br>
            <a:r>
              <a:rPr lang="da-DK" sz="1800" dirty="0"/>
              <a:t>- Ensartet miljø</a:t>
            </a:r>
            <a:br>
              <a:rPr lang="da-DK" sz="1800" dirty="0"/>
            </a:br>
            <a:r>
              <a:rPr lang="da-DK" sz="1800" dirty="0"/>
              <a:t>- Hurtig opsætning og </a:t>
            </a:r>
            <a:r>
              <a:rPr lang="da-DK" sz="1800" dirty="0" err="1"/>
              <a:t>deployment</a:t>
            </a:r>
            <a:br>
              <a:rPr lang="da-DK" sz="1800" dirty="0"/>
            </a:br>
            <a:r>
              <a:rPr lang="da-DK" sz="1800" dirty="0"/>
              <a:t>- Letvægts og skalerbar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DockerFile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1" y="2633472"/>
            <a:ext cx="3502152" cy="3566160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uge8/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├──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docker-compose.yml</a:t>
            </a:r>
            <a:endParaRPr lang="da-DK" b="0" i="0" dirty="0"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├──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compose.debug.yaml</a:t>
            </a:r>
            <a:endParaRPr lang="da-DK" b="0" i="0" dirty="0"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├── uge6_ProductService/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├── ProductService.sln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├──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ProductService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		</a:t>
            </a:r>
            <a:r>
              <a:rPr lang="da-DK" b="0" i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 Her</a:t>
            </a:r>
            <a:endParaRPr lang="da-DK" b="0" i="0" dirty="0">
              <a:solidFill>
                <a:schemeClr val="accent5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└──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ProductService.Test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├── uge8_OrderDocker/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├── OrderService.sln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├──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OrderService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		</a:t>
            </a:r>
            <a:r>
              <a:rPr lang="da-DK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 Her</a:t>
            </a:r>
            <a:endParaRPr lang="da-DK" b="0" i="0" dirty="0"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│   └──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OrderService.test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└── uge6_DBService/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    └──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db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        ├──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docker-compose.yml</a:t>
            </a:r>
            <a:endParaRPr lang="da-DK" b="0" i="0" dirty="0"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        └── </a:t>
            </a:r>
            <a:r>
              <a:rPr lang="da-DK" b="0" i="0" dirty="0" err="1">
                <a:effectLst/>
                <a:latin typeface="Consolas" panose="020B0609020204030204" pitchFamily="49" charset="0"/>
              </a:rPr>
              <a:t>init</a:t>
            </a:r>
            <a:r>
              <a:rPr lang="da-DK" b="0" i="0" dirty="0">
                <a:effectLst/>
                <a:latin typeface="Consolas" panose="020B0609020204030204" pitchFamily="49" charset="0"/>
              </a:rPr>
              <a:t>/          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            ├── *.sql 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da-DK" b="0" i="0" dirty="0">
                <a:effectLst/>
                <a:latin typeface="Consolas" panose="020B0609020204030204" pitchFamily="49" charset="0"/>
              </a:rPr>
              <a:t>            └── seed/</a:t>
            </a:r>
            <a:endParaRPr lang="da-DK" b="0" i="0" dirty="0"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Picture 4_fadein">
            <a:extLst>
              <a:ext uri="{FF2B5EF4-FFF2-40B4-BE49-F238E27FC236}">
                <a16:creationId xmlns:a16="http://schemas.microsoft.com/office/drawing/2014/main" id="{F7E106B3-9D94-8490-1844-A2D471CE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04" y="1371601"/>
            <a:ext cx="7299793" cy="3881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633472"/>
            <a:ext cx="3493008" cy="3566160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uge8/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</a:t>
            </a:r>
            <a:r>
              <a:rPr lang="da-DK" dirty="0" err="1">
                <a:latin typeface="Consolas" panose="020B0609020204030204" pitchFamily="49" charset="0"/>
              </a:rPr>
              <a:t>docker-compose.yml</a:t>
            </a:r>
            <a:r>
              <a:rPr lang="da-DK" dirty="0">
                <a:latin typeface="Consolas" panose="020B0609020204030204" pitchFamily="49" charset="0"/>
              </a:rPr>
              <a:t>		</a:t>
            </a:r>
            <a:r>
              <a:rPr lang="da-DK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 Her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</a:t>
            </a:r>
            <a:r>
              <a:rPr lang="da-DK" dirty="0" err="1">
                <a:latin typeface="Consolas" panose="020B0609020204030204" pitchFamily="49" charset="0"/>
              </a:rPr>
              <a:t>compose.debug.yaml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uge6_ProductService/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ProductService.sln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</a:t>
            </a:r>
            <a:r>
              <a:rPr lang="da-DK" dirty="0" err="1">
                <a:latin typeface="Consolas" panose="020B0609020204030204" pitchFamily="49" charset="0"/>
              </a:rPr>
              <a:t>ProductService</a:t>
            </a:r>
            <a:r>
              <a:rPr lang="da-DK" dirty="0">
                <a:latin typeface="Consolas" panose="020B0609020204030204" pitchFamily="49" charset="0"/>
              </a:rPr>
              <a:t>/</a:t>
            </a:r>
            <a:endParaRPr lang="da-DK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└── </a:t>
            </a:r>
            <a:r>
              <a:rPr lang="da-DK" dirty="0" err="1">
                <a:latin typeface="Consolas" panose="020B0609020204030204" pitchFamily="49" charset="0"/>
              </a:rPr>
              <a:t>ProductService.Test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uge8_OrderDocker/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OrderService.sln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</a:t>
            </a:r>
            <a:r>
              <a:rPr lang="da-DK" dirty="0" err="1">
                <a:latin typeface="Consolas" panose="020B0609020204030204" pitchFamily="49" charset="0"/>
              </a:rPr>
              <a:t>OrderService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└── </a:t>
            </a:r>
            <a:r>
              <a:rPr lang="da-DK" dirty="0" err="1">
                <a:latin typeface="Consolas" panose="020B0609020204030204" pitchFamily="49" charset="0"/>
              </a:rPr>
              <a:t>OrderService.test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└── uge6_DBService/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└── </a:t>
            </a:r>
            <a:r>
              <a:rPr lang="da-DK" dirty="0" err="1">
                <a:latin typeface="Consolas" panose="020B0609020204030204" pitchFamily="49" charset="0"/>
              </a:rPr>
              <a:t>db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├── </a:t>
            </a:r>
            <a:r>
              <a:rPr lang="da-DK" dirty="0" err="1">
                <a:latin typeface="Consolas" panose="020B0609020204030204" pitchFamily="49" charset="0"/>
              </a:rPr>
              <a:t>docker-compose.yml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└── </a:t>
            </a:r>
            <a:r>
              <a:rPr lang="da-DK" dirty="0" err="1">
                <a:latin typeface="Consolas" panose="020B0609020204030204" pitchFamily="49" charset="0"/>
              </a:rPr>
              <a:t>init</a:t>
            </a:r>
            <a:r>
              <a:rPr lang="da-DK" dirty="0">
                <a:latin typeface="Consolas" panose="020B0609020204030204" pitchFamily="49" charset="0"/>
              </a:rPr>
              <a:t>/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    ├── *.sql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    └── seed/</a:t>
            </a:r>
            <a:endParaRPr lang="da-DK" dirty="0">
              <a:latin typeface="Courier New" panose="02070309020205020404" pitchFamily="49" charset="0"/>
            </a:endParaRPr>
          </a:p>
        </p:txBody>
      </p:sp>
      <p:pic>
        <p:nvPicPr>
          <p:cNvPr id="5" name="Picture 4_fadein">
            <a:extLst>
              <a:ext uri="{FF2B5EF4-FFF2-40B4-BE49-F238E27FC236}">
                <a16:creationId xmlns:a16="http://schemas.microsoft.com/office/drawing/2014/main" id="{6191D0E4-78C9-16E2-03B6-0E3CBD18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238"/>
            <a:ext cx="4351173" cy="6611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 –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625" y="2626410"/>
            <a:ext cx="3502152" cy="3566160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uge8/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</a:t>
            </a:r>
            <a:r>
              <a:rPr lang="da-DK" dirty="0" err="1">
                <a:latin typeface="Consolas" panose="020B0609020204030204" pitchFamily="49" charset="0"/>
              </a:rPr>
              <a:t>docker-compose.yml</a:t>
            </a:r>
            <a:r>
              <a:rPr lang="da-DK" dirty="0">
                <a:latin typeface="Consolas" panose="020B0609020204030204" pitchFamily="49" charset="0"/>
              </a:rPr>
              <a:t>		</a:t>
            </a:r>
            <a:r>
              <a:rPr lang="da-DK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 Her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</a:t>
            </a:r>
            <a:r>
              <a:rPr lang="da-DK" dirty="0" err="1">
                <a:latin typeface="Consolas" panose="020B0609020204030204" pitchFamily="49" charset="0"/>
              </a:rPr>
              <a:t>compose.debug.yaml</a:t>
            </a:r>
            <a:r>
              <a:rPr lang="da-DK" dirty="0">
                <a:latin typeface="Consolas" panose="020B0609020204030204" pitchFamily="49" charset="0"/>
              </a:rPr>
              <a:t>		</a:t>
            </a:r>
            <a:r>
              <a:rPr lang="da-DK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 Her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uge6_ProductService/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ProductService.sln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</a:t>
            </a:r>
            <a:r>
              <a:rPr lang="da-DK" dirty="0" err="1">
                <a:latin typeface="Consolas" panose="020B0609020204030204" pitchFamily="49" charset="0"/>
              </a:rPr>
              <a:t>ProductService</a:t>
            </a:r>
            <a:r>
              <a:rPr lang="da-DK" dirty="0">
                <a:latin typeface="Consolas" panose="020B0609020204030204" pitchFamily="49" charset="0"/>
              </a:rPr>
              <a:t>/</a:t>
            </a:r>
            <a:endParaRPr lang="da-DK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└── </a:t>
            </a:r>
            <a:r>
              <a:rPr lang="da-DK" dirty="0" err="1">
                <a:latin typeface="Consolas" panose="020B0609020204030204" pitchFamily="49" charset="0"/>
              </a:rPr>
              <a:t>ProductService.Test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├── uge8_OrderDocker/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OrderService.sln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├── </a:t>
            </a:r>
            <a:r>
              <a:rPr lang="da-DK" dirty="0" err="1">
                <a:latin typeface="Consolas" panose="020B0609020204030204" pitchFamily="49" charset="0"/>
              </a:rPr>
              <a:t>OrderService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│   └── </a:t>
            </a:r>
            <a:r>
              <a:rPr lang="da-DK" dirty="0" err="1">
                <a:latin typeface="Consolas" panose="020B0609020204030204" pitchFamily="49" charset="0"/>
              </a:rPr>
              <a:t>OrderService.test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└── uge6_DBService/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└── </a:t>
            </a:r>
            <a:r>
              <a:rPr lang="da-DK" dirty="0" err="1">
                <a:latin typeface="Consolas" panose="020B0609020204030204" pitchFamily="49" charset="0"/>
              </a:rPr>
              <a:t>db</a:t>
            </a:r>
            <a:r>
              <a:rPr lang="da-DK" dirty="0"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├── </a:t>
            </a:r>
            <a:r>
              <a:rPr lang="da-DK" dirty="0" err="1">
                <a:latin typeface="Consolas" panose="020B0609020204030204" pitchFamily="49" charset="0"/>
              </a:rPr>
              <a:t>docker-compose.yml</a:t>
            </a:r>
            <a:r>
              <a:rPr lang="da-DK" dirty="0">
                <a:latin typeface="Consolas" panose="020B0609020204030204" pitchFamily="49" charset="0"/>
              </a:rPr>
              <a:t>	</a:t>
            </a:r>
            <a:r>
              <a:rPr lang="da-DK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Her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└── </a:t>
            </a:r>
            <a:r>
              <a:rPr lang="da-DK" dirty="0" err="1">
                <a:latin typeface="Consolas" panose="020B0609020204030204" pitchFamily="49" charset="0"/>
              </a:rPr>
              <a:t>init</a:t>
            </a:r>
            <a:r>
              <a:rPr lang="da-DK" dirty="0">
                <a:latin typeface="Consolas" panose="020B0609020204030204" pitchFamily="49" charset="0"/>
              </a:rPr>
              <a:t>/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    ├── *.sql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dirty="0">
                <a:latin typeface="Consolas" panose="020B0609020204030204" pitchFamily="49" charset="0"/>
              </a:rPr>
              <a:t>            └── seed/</a:t>
            </a:r>
            <a:endParaRPr lang="da-DK" dirty="0">
              <a:latin typeface="Courier New" panose="02070309020205020404" pitchFamily="49" charset="0"/>
            </a:endParaRPr>
          </a:p>
        </p:txBody>
      </p:sp>
      <p:pic>
        <p:nvPicPr>
          <p:cNvPr id="5" name="Picture 4_fadein">
            <a:extLst>
              <a:ext uri="{FF2B5EF4-FFF2-40B4-BE49-F238E27FC236}">
                <a16:creationId xmlns:a16="http://schemas.microsoft.com/office/drawing/2014/main" id="{BAF9EFAD-F33B-1666-C837-FBDB0D9C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57" y="3610087"/>
            <a:ext cx="4168501" cy="3093988"/>
          </a:xfrm>
          <a:prstGeom prst="rect">
            <a:avLst/>
          </a:prstGeom>
        </p:spPr>
      </p:pic>
      <p:pic>
        <p:nvPicPr>
          <p:cNvPr id="6" name="Picture 5_fadein">
            <a:extLst>
              <a:ext uri="{FF2B5EF4-FFF2-40B4-BE49-F238E27FC236}">
                <a16:creationId xmlns:a16="http://schemas.microsoft.com/office/drawing/2014/main" id="{E905637F-4FC1-BADD-DF32-6126D3D8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853" y="92552"/>
            <a:ext cx="4351173" cy="6611523"/>
          </a:xfrm>
          <a:prstGeom prst="rect">
            <a:avLst/>
          </a:prstGeom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287A28B-A2C2-4593-3937-1446DA64A793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6386853" y="2017080"/>
            <a:ext cx="1836000" cy="1368000"/>
          </a:xfrm>
          <a:prstGeom prst="bentConnector3">
            <a:avLst>
              <a:gd name="adj1" fmla="val 100050"/>
            </a:avLst>
          </a:prstGeom>
          <a:ln w="7937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Picture 13_fadein">
            <a:extLst>
              <a:ext uri="{FF2B5EF4-FFF2-40B4-BE49-F238E27FC236}">
                <a16:creationId xmlns:a16="http://schemas.microsoft.com/office/drawing/2014/main" id="{EE459FC1-5199-0884-7C4B-C4D3675C5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820" y="5208893"/>
            <a:ext cx="6645216" cy="1577477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600"/>
            <a:ext cx="10890929" cy="1261871"/>
          </a:xfrm>
        </p:spPr>
        <p:txBody>
          <a:bodyPr>
            <a:normAutofit fontScale="90000"/>
          </a:bodyPr>
          <a:lstStyle/>
          <a:p>
            <a:r>
              <a:rPr dirty="0"/>
              <a:t>GitHub Actions </a:t>
            </a:r>
            <a:br>
              <a:rPr lang="da-DK" dirty="0"/>
            </a:br>
            <a:r>
              <a:rPr dirty="0"/>
              <a:t>→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633472"/>
            <a:ext cx="3212522" cy="3566160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CI</a:t>
            </a:r>
          </a:p>
          <a:p>
            <a:r>
              <a:rPr lang="da-DK" dirty="0"/>
              <a:t>Run test før </a:t>
            </a:r>
            <a:r>
              <a:rPr lang="da-DK" dirty="0" err="1"/>
              <a:t>merge</a:t>
            </a:r>
            <a:r>
              <a:rPr lang="da-DK" dirty="0"/>
              <a:t> til </a:t>
            </a:r>
            <a:r>
              <a:rPr lang="da-DK" dirty="0" err="1"/>
              <a:t>main</a:t>
            </a:r>
            <a:endParaRPr lang="da-DK" dirty="0"/>
          </a:p>
          <a:p>
            <a:r>
              <a:rPr lang="da-DK" dirty="0"/>
              <a:t>Finde fejl før Produktion</a:t>
            </a:r>
          </a:p>
          <a:p>
            <a:pPr marL="0" indent="0">
              <a:buNone/>
            </a:pPr>
            <a:r>
              <a:rPr lang="da-DK" dirty="0"/>
              <a:t>CD</a:t>
            </a:r>
          </a:p>
          <a:p>
            <a:r>
              <a:rPr lang="da-DK" dirty="0"/>
              <a:t>Release til </a:t>
            </a:r>
            <a:r>
              <a:rPr lang="da-DK" dirty="0" err="1"/>
              <a:t>Dev</a:t>
            </a:r>
            <a:r>
              <a:rPr lang="da-DK" dirty="0"/>
              <a:t> eller Produktion </a:t>
            </a:r>
            <a:r>
              <a:rPr lang="da-DK" dirty="0" err="1"/>
              <a:t>environment</a:t>
            </a:r>
            <a:endParaRPr dirty="0"/>
          </a:p>
        </p:txBody>
      </p:sp>
      <p:pic>
        <p:nvPicPr>
          <p:cNvPr id="5" name="Picture 4_fadein">
            <a:extLst>
              <a:ext uri="{FF2B5EF4-FFF2-40B4-BE49-F238E27FC236}">
                <a16:creationId xmlns:a16="http://schemas.microsoft.com/office/drawing/2014/main" id="{D40E71AA-1ADF-9328-8962-A9E09AD44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02" y="0"/>
            <a:ext cx="8104911" cy="6858000"/>
          </a:xfrm>
          <a:prstGeom prst="rect">
            <a:avLst/>
          </a:prstGeom>
        </p:spPr>
      </p:pic>
      <p:pic>
        <p:nvPicPr>
          <p:cNvPr id="7" name="Picture 6_fadein">
            <a:extLst>
              <a:ext uri="{FF2B5EF4-FFF2-40B4-BE49-F238E27FC236}">
                <a16:creationId xmlns:a16="http://schemas.microsoft.com/office/drawing/2014/main" id="{C8900E40-53D1-C1F7-72CA-F2C5DC734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492" y="1"/>
            <a:ext cx="449150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Consolas</vt:lpstr>
      <vt:lpstr>Courier New</vt:lpstr>
      <vt:lpstr>Grandview Display</vt:lpstr>
      <vt:lpstr>DashVTI</vt:lpstr>
      <vt:lpstr>Docker Og en smule CI/CD</vt:lpstr>
      <vt:lpstr>Agenda</vt:lpstr>
      <vt:lpstr>Docker</vt:lpstr>
      <vt:lpstr>DockerFile</vt:lpstr>
      <vt:lpstr>Compose</vt:lpstr>
      <vt:lpstr>Multi – compose</vt:lpstr>
      <vt:lpstr>GitHub Actions  →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 Nielsen Lemming</dc:creator>
  <cp:lastModifiedBy>Emil Nielsen Lemming</cp:lastModifiedBy>
  <cp:revision>3</cp:revision>
  <dcterms:created xsi:type="dcterms:W3CDTF">2025-11-07T08:14:07Z</dcterms:created>
  <dcterms:modified xsi:type="dcterms:W3CDTF">2025-11-07T10:01:38Z</dcterms:modified>
</cp:coreProperties>
</file>